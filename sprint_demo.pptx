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9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3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55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87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4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7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61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1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0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F0693-EC7D-4E8D-BC34-5C7FBAA28FC4}" type="datetimeFigureOut">
              <a:rPr lang="en-US" smtClean="0"/>
              <a:t>2/28/2016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E0B4C-ABE8-4C97-A8D4-DCA40D95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6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TLkqdp5c.jpeg (1024×768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428226" y="163901"/>
            <a:ext cx="7763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sng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Binary Visualization</a:t>
            </a:r>
            <a:endParaRPr lang="en-US" sz="4800" u="sng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6446" y="1544129"/>
            <a:ext cx="399403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Bookman Old Style" panose="02050604050505020204" pitchFamily="18" charset="0"/>
              </a:rPr>
              <a:t>Features Implemented: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ookman Old Style" panose="02050604050505020204" pitchFamily="18" charset="0"/>
              </a:rPr>
              <a:t>Read in any file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ookman Old Style" panose="02050604050505020204" pitchFamily="18" charset="0"/>
              </a:rPr>
              <a:t>Create graph of frequency of adjacent pairs of bytes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ookman Old Style" panose="02050604050505020204" pitchFamily="18" charset="0"/>
              </a:rPr>
              <a:t>Display graph using OpenGL in one hard-coded color scheme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95575" y="1544129"/>
            <a:ext cx="399403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Bookman Old Style" panose="02050604050505020204" pitchFamily="18" charset="0"/>
              </a:rPr>
              <a:t>Features </a:t>
            </a:r>
          </a:p>
          <a:p>
            <a:r>
              <a:rPr lang="en-US" sz="2800" dirty="0" smtClean="0">
                <a:latin typeface="Bookman Old Style" panose="02050604050505020204" pitchFamily="18" charset="0"/>
              </a:rPr>
              <a:t>Planned: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ookman Old Style" panose="02050604050505020204" pitchFamily="18" charset="0"/>
              </a:rPr>
              <a:t>Pretty graphical user interface!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ookman Old Style" panose="02050604050505020204" pitchFamily="18" charset="0"/>
              </a:rPr>
              <a:t>Change color schemes on command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ookman Old Style" panose="02050604050505020204" pitchFamily="18" charset="0"/>
              </a:rPr>
              <a:t>Save your favorite graphs with a single button click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3585539" y="4880356"/>
            <a:ext cx="3540062" cy="1075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746300" y="4866462"/>
            <a:ext cx="3540062" cy="1075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68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28" y="-70338"/>
            <a:ext cx="10515600" cy="1325563"/>
          </a:xfrm>
        </p:spPr>
        <p:txBody>
          <a:bodyPr/>
          <a:lstStyle/>
          <a:p>
            <a:pPr algn="ctr"/>
            <a:r>
              <a:rPr lang="en-US" u="sng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Example Graphs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909" y="1325563"/>
            <a:ext cx="3850670" cy="40126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737" y="1371129"/>
            <a:ext cx="3834032" cy="39722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67543" y="5506497"/>
            <a:ext cx="362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Bookman Old Style" panose="02050604050505020204" pitchFamily="18" charset="0"/>
              </a:rPr>
              <a:t>OTF file</a:t>
            </a: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04314" y="5506497"/>
            <a:ext cx="362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Bookman Old Style" panose="02050604050505020204" pitchFamily="18" charset="0"/>
              </a:rPr>
              <a:t>WAV file</a:t>
            </a:r>
            <a:endParaRPr lang="en-US" sz="2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954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79014"/>
            <a:ext cx="3912460" cy="40537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573" y="1268965"/>
            <a:ext cx="3940615" cy="4083227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83087" y="-46550"/>
            <a:ext cx="5329801" cy="1325563"/>
          </a:xfrm>
        </p:spPr>
        <p:txBody>
          <a:bodyPr/>
          <a:lstStyle/>
          <a:p>
            <a:r>
              <a:rPr lang="en-US" u="sng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Example Graphs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80702" y="5456256"/>
            <a:ext cx="362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Bookman Old Style" panose="02050604050505020204" pitchFamily="18" charset="0"/>
              </a:rPr>
              <a:t>PNG file</a:t>
            </a: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02733" y="5467983"/>
            <a:ext cx="362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Bookman Old Style" panose="02050604050505020204" pitchFamily="18" charset="0"/>
              </a:rPr>
              <a:t>XLS file</a:t>
            </a:r>
            <a:endParaRPr lang="en-US" sz="2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19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Example Graphs</vt:lpstr>
      <vt:lpstr>Example Graphs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Glenn Randall</dc:creator>
  <cp:lastModifiedBy>Glenn Randall</cp:lastModifiedBy>
  <cp:revision>5</cp:revision>
  <dcterms:created xsi:type="dcterms:W3CDTF">2016-02-29T03:33:18Z</dcterms:created>
  <dcterms:modified xsi:type="dcterms:W3CDTF">2016-02-29T03:54:08Z</dcterms:modified>
</cp:coreProperties>
</file>